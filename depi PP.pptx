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1972F8-E972-4262-BA57-86AF4C6819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F4FECC-A62B-4711-8135-B85F82A9260E}">
      <dgm:prSet/>
      <dgm:spPr/>
      <dgm:t>
        <a:bodyPr/>
        <a:lstStyle/>
        <a:p>
          <a:r>
            <a:rPr lang="en-US"/>
            <a:t>Asking about fees for events and activities</a:t>
          </a:r>
        </a:p>
      </dgm:t>
    </dgm:pt>
    <dgm:pt modelId="{8736ED35-769F-4263-BC2D-CCB3AC07AF23}" type="parTrans" cxnId="{FDC97ACB-161A-4CA1-934A-CE21751C5DB9}">
      <dgm:prSet/>
      <dgm:spPr/>
      <dgm:t>
        <a:bodyPr/>
        <a:lstStyle/>
        <a:p>
          <a:endParaRPr lang="en-US"/>
        </a:p>
      </dgm:t>
    </dgm:pt>
    <dgm:pt modelId="{59EB0346-5045-4C21-B8B7-F00E1131A70F}" type="sibTrans" cxnId="{FDC97ACB-161A-4CA1-934A-CE21751C5DB9}">
      <dgm:prSet/>
      <dgm:spPr/>
      <dgm:t>
        <a:bodyPr/>
        <a:lstStyle/>
        <a:p>
          <a:endParaRPr lang="en-US"/>
        </a:p>
      </dgm:t>
    </dgm:pt>
    <dgm:pt modelId="{C9516434-2833-4F43-8E70-196A0BE813C1}">
      <dgm:prSet/>
      <dgm:spPr/>
      <dgm:t>
        <a:bodyPr/>
        <a:lstStyle/>
        <a:p>
          <a:r>
            <a:rPr lang="en-US"/>
            <a:t>Understanding rules and constraints for archaeological sites</a:t>
          </a:r>
        </a:p>
      </dgm:t>
    </dgm:pt>
    <dgm:pt modelId="{740FDDF5-AFAC-46B5-8B48-5681E50F71F8}" type="parTrans" cxnId="{5FBA5D48-BE26-4F23-8D5B-6FDA9C753FB7}">
      <dgm:prSet/>
      <dgm:spPr/>
      <dgm:t>
        <a:bodyPr/>
        <a:lstStyle/>
        <a:p>
          <a:endParaRPr lang="en-US"/>
        </a:p>
      </dgm:t>
    </dgm:pt>
    <dgm:pt modelId="{71745A62-50CD-4D5C-99B5-B238F639972A}" type="sibTrans" cxnId="{5FBA5D48-BE26-4F23-8D5B-6FDA9C753FB7}">
      <dgm:prSet/>
      <dgm:spPr/>
      <dgm:t>
        <a:bodyPr/>
        <a:lstStyle/>
        <a:p>
          <a:endParaRPr lang="en-US"/>
        </a:p>
      </dgm:t>
    </dgm:pt>
    <dgm:pt modelId="{88C45747-4ED7-4D41-9412-09927AAF8CE5}">
      <dgm:prSet/>
      <dgm:spPr/>
      <dgm:t>
        <a:bodyPr/>
        <a:lstStyle/>
        <a:p>
          <a:r>
            <a:rPr lang="en-US"/>
            <a:t>Supporting employees or visitors with quick regulatory answers</a:t>
          </a:r>
        </a:p>
      </dgm:t>
    </dgm:pt>
    <dgm:pt modelId="{1494C9A9-F247-4D5A-B0D1-BB3056AA5A76}" type="parTrans" cxnId="{7E11BEAB-1058-45C0-8714-A2816336395A}">
      <dgm:prSet/>
      <dgm:spPr/>
      <dgm:t>
        <a:bodyPr/>
        <a:lstStyle/>
        <a:p>
          <a:endParaRPr lang="en-US"/>
        </a:p>
      </dgm:t>
    </dgm:pt>
    <dgm:pt modelId="{0C57382C-CF68-448E-94FC-1DB0C2A4B3DE}" type="sibTrans" cxnId="{7E11BEAB-1058-45C0-8714-A2816336395A}">
      <dgm:prSet/>
      <dgm:spPr/>
      <dgm:t>
        <a:bodyPr/>
        <a:lstStyle/>
        <a:p>
          <a:endParaRPr lang="en-US"/>
        </a:p>
      </dgm:t>
    </dgm:pt>
    <dgm:pt modelId="{81D13759-E2C7-4033-A968-3D65B9C39E4B}">
      <dgm:prSet/>
      <dgm:spPr/>
      <dgm:t>
        <a:bodyPr/>
        <a:lstStyle/>
        <a:p>
          <a:r>
            <a:rPr lang="en-US"/>
            <a:t>Serving as a foundation for a larger government or tourism AI assistant</a:t>
          </a:r>
        </a:p>
      </dgm:t>
    </dgm:pt>
    <dgm:pt modelId="{855B5768-A332-4A3F-B590-76BE426A74CD}" type="parTrans" cxnId="{4CE30078-8E79-4F13-A594-7917493FEBB3}">
      <dgm:prSet/>
      <dgm:spPr/>
      <dgm:t>
        <a:bodyPr/>
        <a:lstStyle/>
        <a:p>
          <a:endParaRPr lang="en-US"/>
        </a:p>
      </dgm:t>
    </dgm:pt>
    <dgm:pt modelId="{1ACA7F19-BF55-44A0-B292-E538D13C0373}" type="sibTrans" cxnId="{4CE30078-8E79-4F13-A594-7917493FEBB3}">
      <dgm:prSet/>
      <dgm:spPr/>
      <dgm:t>
        <a:bodyPr/>
        <a:lstStyle/>
        <a:p>
          <a:endParaRPr lang="en-US"/>
        </a:p>
      </dgm:t>
    </dgm:pt>
    <dgm:pt modelId="{61BF7F26-92A1-4484-AF78-086D61A29DD9}" type="pres">
      <dgm:prSet presAssocID="{9D1972F8-E972-4262-BA57-86AF4C681987}" presName="root" presStyleCnt="0">
        <dgm:presLayoutVars>
          <dgm:dir/>
          <dgm:resizeHandles val="exact"/>
        </dgm:presLayoutVars>
      </dgm:prSet>
      <dgm:spPr/>
    </dgm:pt>
    <dgm:pt modelId="{DAD02C99-6B78-4468-B915-6F70C0747027}" type="pres">
      <dgm:prSet presAssocID="{72F4FECC-A62B-4711-8135-B85F82A9260E}" presName="compNode" presStyleCnt="0"/>
      <dgm:spPr/>
    </dgm:pt>
    <dgm:pt modelId="{4EB4053B-8EB5-4BF2-A334-02ECB7125B28}" type="pres">
      <dgm:prSet presAssocID="{72F4FECC-A62B-4711-8135-B85F82A9260E}" presName="bgRect" presStyleLbl="bgShp" presStyleIdx="0" presStyleCnt="4"/>
      <dgm:spPr/>
    </dgm:pt>
    <dgm:pt modelId="{E72AB54C-95C9-4639-926B-D799C5B8F37C}" type="pres">
      <dgm:prSet presAssocID="{72F4FECC-A62B-4711-8135-B85F82A926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4A8A6A4-2C2E-41DE-B5CE-55B2ED08323C}" type="pres">
      <dgm:prSet presAssocID="{72F4FECC-A62B-4711-8135-B85F82A9260E}" presName="spaceRect" presStyleCnt="0"/>
      <dgm:spPr/>
    </dgm:pt>
    <dgm:pt modelId="{D6F4D257-F32A-431A-83F5-6798B7D55361}" type="pres">
      <dgm:prSet presAssocID="{72F4FECC-A62B-4711-8135-B85F82A9260E}" presName="parTx" presStyleLbl="revTx" presStyleIdx="0" presStyleCnt="4">
        <dgm:presLayoutVars>
          <dgm:chMax val="0"/>
          <dgm:chPref val="0"/>
        </dgm:presLayoutVars>
      </dgm:prSet>
      <dgm:spPr/>
    </dgm:pt>
    <dgm:pt modelId="{E0719772-3863-4EE5-B380-8C5D85D672AD}" type="pres">
      <dgm:prSet presAssocID="{59EB0346-5045-4C21-B8B7-F00E1131A70F}" presName="sibTrans" presStyleCnt="0"/>
      <dgm:spPr/>
    </dgm:pt>
    <dgm:pt modelId="{4572E3EE-EF03-4363-8D50-46AC44B0AA01}" type="pres">
      <dgm:prSet presAssocID="{C9516434-2833-4F43-8E70-196A0BE813C1}" presName="compNode" presStyleCnt="0"/>
      <dgm:spPr/>
    </dgm:pt>
    <dgm:pt modelId="{ADBB75F1-A9B7-4BB7-A79A-0495C1F9ECA1}" type="pres">
      <dgm:prSet presAssocID="{C9516434-2833-4F43-8E70-196A0BE813C1}" presName="bgRect" presStyleLbl="bgShp" presStyleIdx="1" presStyleCnt="4"/>
      <dgm:spPr/>
    </dgm:pt>
    <dgm:pt modelId="{00980481-A4A3-448A-AB6F-8D04090DBC4A}" type="pres">
      <dgm:prSet presAssocID="{C9516434-2833-4F43-8E70-196A0BE813C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BA36A8F-0803-4F5B-9158-2E2D778695BC}" type="pres">
      <dgm:prSet presAssocID="{C9516434-2833-4F43-8E70-196A0BE813C1}" presName="spaceRect" presStyleCnt="0"/>
      <dgm:spPr/>
    </dgm:pt>
    <dgm:pt modelId="{FA57A9F7-B3B2-458C-99AF-22DB6212454D}" type="pres">
      <dgm:prSet presAssocID="{C9516434-2833-4F43-8E70-196A0BE813C1}" presName="parTx" presStyleLbl="revTx" presStyleIdx="1" presStyleCnt="4">
        <dgm:presLayoutVars>
          <dgm:chMax val="0"/>
          <dgm:chPref val="0"/>
        </dgm:presLayoutVars>
      </dgm:prSet>
      <dgm:spPr/>
    </dgm:pt>
    <dgm:pt modelId="{30A8F2EB-D175-42A1-82D0-40A044C872EF}" type="pres">
      <dgm:prSet presAssocID="{71745A62-50CD-4D5C-99B5-B238F639972A}" presName="sibTrans" presStyleCnt="0"/>
      <dgm:spPr/>
    </dgm:pt>
    <dgm:pt modelId="{EEF9F35C-2695-47D0-B50F-73343E0F0B11}" type="pres">
      <dgm:prSet presAssocID="{88C45747-4ED7-4D41-9412-09927AAF8CE5}" presName="compNode" presStyleCnt="0"/>
      <dgm:spPr/>
    </dgm:pt>
    <dgm:pt modelId="{3BC57505-394E-45A3-9EC5-01B2E8232D29}" type="pres">
      <dgm:prSet presAssocID="{88C45747-4ED7-4D41-9412-09927AAF8CE5}" presName="bgRect" presStyleLbl="bgShp" presStyleIdx="2" presStyleCnt="4"/>
      <dgm:spPr/>
    </dgm:pt>
    <dgm:pt modelId="{0768A5DE-8C2A-4392-89E5-60FE7E218896}" type="pres">
      <dgm:prSet presAssocID="{88C45747-4ED7-4D41-9412-09927AAF8C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C45269D-DAE6-46E0-B451-1B907741BC45}" type="pres">
      <dgm:prSet presAssocID="{88C45747-4ED7-4D41-9412-09927AAF8CE5}" presName="spaceRect" presStyleCnt="0"/>
      <dgm:spPr/>
    </dgm:pt>
    <dgm:pt modelId="{72D20C27-4D9A-46A2-9502-9B64A3FC5F6F}" type="pres">
      <dgm:prSet presAssocID="{88C45747-4ED7-4D41-9412-09927AAF8CE5}" presName="parTx" presStyleLbl="revTx" presStyleIdx="2" presStyleCnt="4">
        <dgm:presLayoutVars>
          <dgm:chMax val="0"/>
          <dgm:chPref val="0"/>
        </dgm:presLayoutVars>
      </dgm:prSet>
      <dgm:spPr/>
    </dgm:pt>
    <dgm:pt modelId="{C73308E7-9C70-4C23-8CD0-259068EFFBF9}" type="pres">
      <dgm:prSet presAssocID="{0C57382C-CF68-448E-94FC-1DB0C2A4B3DE}" presName="sibTrans" presStyleCnt="0"/>
      <dgm:spPr/>
    </dgm:pt>
    <dgm:pt modelId="{C889B692-CDAE-41CA-A044-CF6D8F65875C}" type="pres">
      <dgm:prSet presAssocID="{81D13759-E2C7-4033-A968-3D65B9C39E4B}" presName="compNode" presStyleCnt="0"/>
      <dgm:spPr/>
    </dgm:pt>
    <dgm:pt modelId="{B08A35CF-C891-46E2-9BAD-FAE418DC9037}" type="pres">
      <dgm:prSet presAssocID="{81D13759-E2C7-4033-A968-3D65B9C39E4B}" presName="bgRect" presStyleLbl="bgShp" presStyleIdx="3" presStyleCnt="4"/>
      <dgm:spPr/>
    </dgm:pt>
    <dgm:pt modelId="{B08D79A5-9CAB-48BF-9BCF-9A8A557710C8}" type="pres">
      <dgm:prSet presAssocID="{81D13759-E2C7-4033-A968-3D65B9C39E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3707F15-EFB7-413B-B28D-04E7BAA0F7F1}" type="pres">
      <dgm:prSet presAssocID="{81D13759-E2C7-4033-A968-3D65B9C39E4B}" presName="spaceRect" presStyleCnt="0"/>
      <dgm:spPr/>
    </dgm:pt>
    <dgm:pt modelId="{FC4D4194-C1D2-4573-A988-99AF7D029530}" type="pres">
      <dgm:prSet presAssocID="{81D13759-E2C7-4033-A968-3D65B9C39E4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9682722-069F-4E5F-ADFD-B278E2687492}" type="presOf" srcId="{72F4FECC-A62B-4711-8135-B85F82A9260E}" destId="{D6F4D257-F32A-431A-83F5-6798B7D55361}" srcOrd="0" destOrd="0" presId="urn:microsoft.com/office/officeart/2018/2/layout/IconVerticalSolidList"/>
    <dgm:cxn modelId="{EBC70A30-49FE-4A70-BBE6-4B3D1D872FCE}" type="presOf" srcId="{9D1972F8-E972-4262-BA57-86AF4C681987}" destId="{61BF7F26-92A1-4484-AF78-086D61A29DD9}" srcOrd="0" destOrd="0" presId="urn:microsoft.com/office/officeart/2018/2/layout/IconVerticalSolidList"/>
    <dgm:cxn modelId="{D28B3E5B-57F9-46CA-BD04-AF98D11A3961}" type="presOf" srcId="{81D13759-E2C7-4033-A968-3D65B9C39E4B}" destId="{FC4D4194-C1D2-4573-A988-99AF7D029530}" srcOrd="0" destOrd="0" presId="urn:microsoft.com/office/officeart/2018/2/layout/IconVerticalSolidList"/>
    <dgm:cxn modelId="{5FBA5D48-BE26-4F23-8D5B-6FDA9C753FB7}" srcId="{9D1972F8-E972-4262-BA57-86AF4C681987}" destId="{C9516434-2833-4F43-8E70-196A0BE813C1}" srcOrd="1" destOrd="0" parTransId="{740FDDF5-AFAC-46B5-8B48-5681E50F71F8}" sibTransId="{71745A62-50CD-4D5C-99B5-B238F639972A}"/>
    <dgm:cxn modelId="{4CE30078-8E79-4F13-A594-7917493FEBB3}" srcId="{9D1972F8-E972-4262-BA57-86AF4C681987}" destId="{81D13759-E2C7-4033-A968-3D65B9C39E4B}" srcOrd="3" destOrd="0" parTransId="{855B5768-A332-4A3F-B590-76BE426A74CD}" sibTransId="{1ACA7F19-BF55-44A0-B292-E538D13C0373}"/>
    <dgm:cxn modelId="{09EC489A-B364-453F-B448-9758E02735EB}" type="presOf" srcId="{C9516434-2833-4F43-8E70-196A0BE813C1}" destId="{FA57A9F7-B3B2-458C-99AF-22DB6212454D}" srcOrd="0" destOrd="0" presId="urn:microsoft.com/office/officeart/2018/2/layout/IconVerticalSolidList"/>
    <dgm:cxn modelId="{457B649F-3B16-4BF0-BC19-6E4945AE2C0D}" type="presOf" srcId="{88C45747-4ED7-4D41-9412-09927AAF8CE5}" destId="{72D20C27-4D9A-46A2-9502-9B64A3FC5F6F}" srcOrd="0" destOrd="0" presId="urn:microsoft.com/office/officeart/2018/2/layout/IconVerticalSolidList"/>
    <dgm:cxn modelId="{7E11BEAB-1058-45C0-8714-A2816336395A}" srcId="{9D1972F8-E972-4262-BA57-86AF4C681987}" destId="{88C45747-4ED7-4D41-9412-09927AAF8CE5}" srcOrd="2" destOrd="0" parTransId="{1494C9A9-F247-4D5A-B0D1-BB3056AA5A76}" sibTransId="{0C57382C-CF68-448E-94FC-1DB0C2A4B3DE}"/>
    <dgm:cxn modelId="{FDC97ACB-161A-4CA1-934A-CE21751C5DB9}" srcId="{9D1972F8-E972-4262-BA57-86AF4C681987}" destId="{72F4FECC-A62B-4711-8135-B85F82A9260E}" srcOrd="0" destOrd="0" parTransId="{8736ED35-769F-4263-BC2D-CCB3AC07AF23}" sibTransId="{59EB0346-5045-4C21-B8B7-F00E1131A70F}"/>
    <dgm:cxn modelId="{24AF2057-AAC3-46D7-9D53-40EAD8FBA839}" type="presParOf" srcId="{61BF7F26-92A1-4484-AF78-086D61A29DD9}" destId="{DAD02C99-6B78-4468-B915-6F70C0747027}" srcOrd="0" destOrd="0" presId="urn:microsoft.com/office/officeart/2018/2/layout/IconVerticalSolidList"/>
    <dgm:cxn modelId="{C65D10AA-A597-4A5B-B738-7E0825E5EF37}" type="presParOf" srcId="{DAD02C99-6B78-4468-B915-6F70C0747027}" destId="{4EB4053B-8EB5-4BF2-A334-02ECB7125B28}" srcOrd="0" destOrd="0" presId="urn:microsoft.com/office/officeart/2018/2/layout/IconVerticalSolidList"/>
    <dgm:cxn modelId="{D5A56F8B-5622-41BB-8277-CA68F55D1D7F}" type="presParOf" srcId="{DAD02C99-6B78-4468-B915-6F70C0747027}" destId="{E72AB54C-95C9-4639-926B-D799C5B8F37C}" srcOrd="1" destOrd="0" presId="urn:microsoft.com/office/officeart/2018/2/layout/IconVerticalSolidList"/>
    <dgm:cxn modelId="{CACA9258-FE69-44AF-936F-8A465C131BE1}" type="presParOf" srcId="{DAD02C99-6B78-4468-B915-6F70C0747027}" destId="{84A8A6A4-2C2E-41DE-B5CE-55B2ED08323C}" srcOrd="2" destOrd="0" presId="urn:microsoft.com/office/officeart/2018/2/layout/IconVerticalSolidList"/>
    <dgm:cxn modelId="{7104BB6A-8A4E-42C8-A982-2B2A86E60110}" type="presParOf" srcId="{DAD02C99-6B78-4468-B915-6F70C0747027}" destId="{D6F4D257-F32A-431A-83F5-6798B7D55361}" srcOrd="3" destOrd="0" presId="urn:microsoft.com/office/officeart/2018/2/layout/IconVerticalSolidList"/>
    <dgm:cxn modelId="{98403288-D2B5-4600-932C-8C6E43BD1510}" type="presParOf" srcId="{61BF7F26-92A1-4484-AF78-086D61A29DD9}" destId="{E0719772-3863-4EE5-B380-8C5D85D672AD}" srcOrd="1" destOrd="0" presId="urn:microsoft.com/office/officeart/2018/2/layout/IconVerticalSolidList"/>
    <dgm:cxn modelId="{4BB2DF5B-FAE8-467B-8FB9-3DE4D6262D3D}" type="presParOf" srcId="{61BF7F26-92A1-4484-AF78-086D61A29DD9}" destId="{4572E3EE-EF03-4363-8D50-46AC44B0AA01}" srcOrd="2" destOrd="0" presId="urn:microsoft.com/office/officeart/2018/2/layout/IconVerticalSolidList"/>
    <dgm:cxn modelId="{4A58D1AA-F494-4606-996A-D91B132ECB7C}" type="presParOf" srcId="{4572E3EE-EF03-4363-8D50-46AC44B0AA01}" destId="{ADBB75F1-A9B7-4BB7-A79A-0495C1F9ECA1}" srcOrd="0" destOrd="0" presId="urn:microsoft.com/office/officeart/2018/2/layout/IconVerticalSolidList"/>
    <dgm:cxn modelId="{F561926D-82C1-460F-9958-79746803E97F}" type="presParOf" srcId="{4572E3EE-EF03-4363-8D50-46AC44B0AA01}" destId="{00980481-A4A3-448A-AB6F-8D04090DBC4A}" srcOrd="1" destOrd="0" presId="urn:microsoft.com/office/officeart/2018/2/layout/IconVerticalSolidList"/>
    <dgm:cxn modelId="{1CBCB573-9E42-49E5-A986-82BCE3387CB4}" type="presParOf" srcId="{4572E3EE-EF03-4363-8D50-46AC44B0AA01}" destId="{6BA36A8F-0803-4F5B-9158-2E2D778695BC}" srcOrd="2" destOrd="0" presId="urn:microsoft.com/office/officeart/2018/2/layout/IconVerticalSolidList"/>
    <dgm:cxn modelId="{7B96C1EF-29AB-4DBC-9B9F-07F8CE0B3EFF}" type="presParOf" srcId="{4572E3EE-EF03-4363-8D50-46AC44B0AA01}" destId="{FA57A9F7-B3B2-458C-99AF-22DB6212454D}" srcOrd="3" destOrd="0" presId="urn:microsoft.com/office/officeart/2018/2/layout/IconVerticalSolidList"/>
    <dgm:cxn modelId="{40A45EF2-6E23-4CD7-93E4-317F36F3EB96}" type="presParOf" srcId="{61BF7F26-92A1-4484-AF78-086D61A29DD9}" destId="{30A8F2EB-D175-42A1-82D0-40A044C872EF}" srcOrd="3" destOrd="0" presId="urn:microsoft.com/office/officeart/2018/2/layout/IconVerticalSolidList"/>
    <dgm:cxn modelId="{5076CFB7-960D-4D5A-8A57-794B8EC31B28}" type="presParOf" srcId="{61BF7F26-92A1-4484-AF78-086D61A29DD9}" destId="{EEF9F35C-2695-47D0-B50F-73343E0F0B11}" srcOrd="4" destOrd="0" presId="urn:microsoft.com/office/officeart/2018/2/layout/IconVerticalSolidList"/>
    <dgm:cxn modelId="{B874F9CE-5669-4EE8-BC20-8E2DC11C39B6}" type="presParOf" srcId="{EEF9F35C-2695-47D0-B50F-73343E0F0B11}" destId="{3BC57505-394E-45A3-9EC5-01B2E8232D29}" srcOrd="0" destOrd="0" presId="urn:microsoft.com/office/officeart/2018/2/layout/IconVerticalSolidList"/>
    <dgm:cxn modelId="{29721EE2-86E4-47BB-9968-01EE8AB92A36}" type="presParOf" srcId="{EEF9F35C-2695-47D0-B50F-73343E0F0B11}" destId="{0768A5DE-8C2A-4392-89E5-60FE7E218896}" srcOrd="1" destOrd="0" presId="urn:microsoft.com/office/officeart/2018/2/layout/IconVerticalSolidList"/>
    <dgm:cxn modelId="{F6DA33C8-82AD-4857-A114-57AD4A4C075F}" type="presParOf" srcId="{EEF9F35C-2695-47D0-B50F-73343E0F0B11}" destId="{BC45269D-DAE6-46E0-B451-1B907741BC45}" srcOrd="2" destOrd="0" presId="urn:microsoft.com/office/officeart/2018/2/layout/IconVerticalSolidList"/>
    <dgm:cxn modelId="{7317DEFB-C1DB-43EB-AC29-5F8FCEB2E0B8}" type="presParOf" srcId="{EEF9F35C-2695-47D0-B50F-73343E0F0B11}" destId="{72D20C27-4D9A-46A2-9502-9B64A3FC5F6F}" srcOrd="3" destOrd="0" presId="urn:microsoft.com/office/officeart/2018/2/layout/IconVerticalSolidList"/>
    <dgm:cxn modelId="{A99B8D6A-6931-4E21-88B0-6CC57324A07E}" type="presParOf" srcId="{61BF7F26-92A1-4484-AF78-086D61A29DD9}" destId="{C73308E7-9C70-4C23-8CD0-259068EFFBF9}" srcOrd="5" destOrd="0" presId="urn:microsoft.com/office/officeart/2018/2/layout/IconVerticalSolidList"/>
    <dgm:cxn modelId="{7A1D5D41-F7CA-4448-8C64-53741CDF1138}" type="presParOf" srcId="{61BF7F26-92A1-4484-AF78-086D61A29DD9}" destId="{C889B692-CDAE-41CA-A044-CF6D8F65875C}" srcOrd="6" destOrd="0" presId="urn:microsoft.com/office/officeart/2018/2/layout/IconVerticalSolidList"/>
    <dgm:cxn modelId="{369A0AD6-654C-46C1-BDF7-0DE42F10978B}" type="presParOf" srcId="{C889B692-CDAE-41CA-A044-CF6D8F65875C}" destId="{B08A35CF-C891-46E2-9BAD-FAE418DC9037}" srcOrd="0" destOrd="0" presId="urn:microsoft.com/office/officeart/2018/2/layout/IconVerticalSolidList"/>
    <dgm:cxn modelId="{9C2027B2-E669-42FA-92C3-9A0D301A1A06}" type="presParOf" srcId="{C889B692-CDAE-41CA-A044-CF6D8F65875C}" destId="{B08D79A5-9CAB-48BF-9BCF-9A8A557710C8}" srcOrd="1" destOrd="0" presId="urn:microsoft.com/office/officeart/2018/2/layout/IconVerticalSolidList"/>
    <dgm:cxn modelId="{FCDA5FD8-68B7-4FF6-8C04-C8EB9F36CC68}" type="presParOf" srcId="{C889B692-CDAE-41CA-A044-CF6D8F65875C}" destId="{F3707F15-EFB7-413B-B28D-04E7BAA0F7F1}" srcOrd="2" destOrd="0" presId="urn:microsoft.com/office/officeart/2018/2/layout/IconVerticalSolidList"/>
    <dgm:cxn modelId="{87393696-7907-4C4D-8930-002703E80B5F}" type="presParOf" srcId="{C889B692-CDAE-41CA-A044-CF6D8F65875C}" destId="{FC4D4194-C1D2-4573-A988-99AF7D0295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4053B-8EB5-4BF2-A334-02ECB7125B28}">
      <dsp:nvSpPr>
        <dsp:cNvPr id="0" name=""/>
        <dsp:cNvSpPr/>
      </dsp:nvSpPr>
      <dsp:spPr>
        <a:xfrm>
          <a:off x="0" y="2154"/>
          <a:ext cx="6388331" cy="10920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AB54C-95C9-4639-926B-D799C5B8F37C}">
      <dsp:nvSpPr>
        <dsp:cNvPr id="0" name=""/>
        <dsp:cNvSpPr/>
      </dsp:nvSpPr>
      <dsp:spPr>
        <a:xfrm>
          <a:off x="330336" y="247859"/>
          <a:ext cx="600611" cy="6006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4D257-F32A-431A-83F5-6798B7D55361}">
      <dsp:nvSpPr>
        <dsp:cNvPr id="0" name=""/>
        <dsp:cNvSpPr/>
      </dsp:nvSpPr>
      <dsp:spPr>
        <a:xfrm>
          <a:off x="1261284" y="2154"/>
          <a:ext cx="5127046" cy="10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72" tIns="115572" rIns="115572" bIns="1155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Asking about fees for events and activities</a:t>
          </a:r>
        </a:p>
      </dsp:txBody>
      <dsp:txXfrm>
        <a:off x="1261284" y="2154"/>
        <a:ext cx="5127046" cy="1092020"/>
      </dsp:txXfrm>
    </dsp:sp>
    <dsp:sp modelId="{ADBB75F1-A9B7-4BB7-A79A-0495C1F9ECA1}">
      <dsp:nvSpPr>
        <dsp:cNvPr id="0" name=""/>
        <dsp:cNvSpPr/>
      </dsp:nvSpPr>
      <dsp:spPr>
        <a:xfrm>
          <a:off x="0" y="1367180"/>
          <a:ext cx="6388331" cy="10920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80481-A4A3-448A-AB6F-8D04090DBC4A}">
      <dsp:nvSpPr>
        <dsp:cNvPr id="0" name=""/>
        <dsp:cNvSpPr/>
      </dsp:nvSpPr>
      <dsp:spPr>
        <a:xfrm>
          <a:off x="330336" y="1612885"/>
          <a:ext cx="600611" cy="6006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7A9F7-B3B2-458C-99AF-22DB6212454D}">
      <dsp:nvSpPr>
        <dsp:cNvPr id="0" name=""/>
        <dsp:cNvSpPr/>
      </dsp:nvSpPr>
      <dsp:spPr>
        <a:xfrm>
          <a:off x="1261284" y="1367180"/>
          <a:ext cx="5127046" cy="10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72" tIns="115572" rIns="115572" bIns="1155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Understanding rules and constraints for archaeological sites</a:t>
          </a:r>
        </a:p>
      </dsp:txBody>
      <dsp:txXfrm>
        <a:off x="1261284" y="1367180"/>
        <a:ext cx="5127046" cy="1092020"/>
      </dsp:txXfrm>
    </dsp:sp>
    <dsp:sp modelId="{3BC57505-394E-45A3-9EC5-01B2E8232D29}">
      <dsp:nvSpPr>
        <dsp:cNvPr id="0" name=""/>
        <dsp:cNvSpPr/>
      </dsp:nvSpPr>
      <dsp:spPr>
        <a:xfrm>
          <a:off x="0" y="2732206"/>
          <a:ext cx="6388331" cy="10920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8A5DE-8C2A-4392-89E5-60FE7E218896}">
      <dsp:nvSpPr>
        <dsp:cNvPr id="0" name=""/>
        <dsp:cNvSpPr/>
      </dsp:nvSpPr>
      <dsp:spPr>
        <a:xfrm>
          <a:off x="330336" y="2977911"/>
          <a:ext cx="600611" cy="6006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20C27-4D9A-46A2-9502-9B64A3FC5F6F}">
      <dsp:nvSpPr>
        <dsp:cNvPr id="0" name=""/>
        <dsp:cNvSpPr/>
      </dsp:nvSpPr>
      <dsp:spPr>
        <a:xfrm>
          <a:off x="1261284" y="2732206"/>
          <a:ext cx="5127046" cy="10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72" tIns="115572" rIns="115572" bIns="1155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Supporting employees or visitors with quick regulatory answers</a:t>
          </a:r>
        </a:p>
      </dsp:txBody>
      <dsp:txXfrm>
        <a:off x="1261284" y="2732206"/>
        <a:ext cx="5127046" cy="1092020"/>
      </dsp:txXfrm>
    </dsp:sp>
    <dsp:sp modelId="{B08A35CF-C891-46E2-9BAD-FAE418DC9037}">
      <dsp:nvSpPr>
        <dsp:cNvPr id="0" name=""/>
        <dsp:cNvSpPr/>
      </dsp:nvSpPr>
      <dsp:spPr>
        <a:xfrm>
          <a:off x="0" y="4097232"/>
          <a:ext cx="6388331" cy="10920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8D79A5-9CAB-48BF-9BCF-9A8A557710C8}">
      <dsp:nvSpPr>
        <dsp:cNvPr id="0" name=""/>
        <dsp:cNvSpPr/>
      </dsp:nvSpPr>
      <dsp:spPr>
        <a:xfrm>
          <a:off x="330336" y="4342937"/>
          <a:ext cx="600611" cy="6006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D4194-C1D2-4573-A988-99AF7D029530}">
      <dsp:nvSpPr>
        <dsp:cNvPr id="0" name=""/>
        <dsp:cNvSpPr/>
      </dsp:nvSpPr>
      <dsp:spPr>
        <a:xfrm>
          <a:off x="1261284" y="4097232"/>
          <a:ext cx="5127046" cy="10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72" tIns="115572" rIns="115572" bIns="1155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Serving as a foundation for a larger government or tourism AI assistant</a:t>
          </a:r>
        </a:p>
      </dsp:txBody>
      <dsp:txXfrm>
        <a:off x="1261284" y="4097232"/>
        <a:ext cx="5127046" cy="1092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6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7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8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9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2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6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6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4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49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9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320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6A13C-99BD-C9F7-41FD-952FC9623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7" y="753034"/>
            <a:ext cx="4256263" cy="17996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Travel assistant Chatbot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1ED0D-730A-7795-35F6-D909A2C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619" y="2805545"/>
            <a:ext cx="4256263" cy="33194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ctr"/>
            <a:r>
              <a:rPr lang="en-US" dirty="0"/>
              <a:t>BY</a:t>
            </a:r>
          </a:p>
          <a:p>
            <a:pPr indent="-228600" algn="ctr"/>
            <a:r>
              <a:rPr lang="en-US" dirty="0"/>
              <a:t>Youssif </a:t>
            </a:r>
          </a:p>
          <a:p>
            <a:pPr indent="-228600" algn="ctr"/>
            <a:r>
              <a:rPr lang="en-US" dirty="0"/>
              <a:t>Hatem</a:t>
            </a:r>
          </a:p>
          <a:p>
            <a:pPr indent="-228600" algn="ctr"/>
            <a:r>
              <a:rPr lang="en-US" dirty="0"/>
              <a:t>Yara </a:t>
            </a:r>
          </a:p>
          <a:p>
            <a:pPr indent="-228600" algn="ctr"/>
            <a:r>
              <a:rPr lang="en-US" dirty="0"/>
              <a:t>Amr </a:t>
            </a:r>
          </a:p>
          <a:p>
            <a:pPr indent="-228600" algn="ctr"/>
            <a:r>
              <a:rPr lang="en-US" dirty="0"/>
              <a:t>Fathy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F2E56-E051-4D04-CBF9-1DEDF10D3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" r="915"/>
          <a:stretch>
            <a:fillRect/>
          </a:stretch>
        </p:blipFill>
        <p:spPr>
          <a:xfrm>
            <a:off x="6071390" y="838200"/>
            <a:ext cx="5084141" cy="519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07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7261D-293E-8DC8-A3E6-8D71FDD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/>
              <a:t>Project overview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BA223-A142-1C43-6207-BDB72D83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12/17/2025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29F3-B336-CBE6-32D6-E15246BA7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27" y="2569464"/>
            <a:ext cx="4764773" cy="3555491"/>
          </a:xfrm>
        </p:spPr>
        <p:txBody>
          <a:bodyPr anchor="b">
            <a:normAutofit/>
          </a:bodyPr>
          <a:lstStyle/>
          <a:p>
            <a:r>
              <a:rPr lang="en-US" dirty="0"/>
              <a:t>Title: Travel Assistant Chatbot (RAG-Based System)AI-powered assistant for regulations &amp; services in Egyptian museums and archaeological </a:t>
            </a:r>
            <a:r>
              <a:rPr lang="en-US" dirty="0" err="1"/>
              <a:t>sitesBuilt</a:t>
            </a:r>
            <a:r>
              <a:rPr lang="en-US" dirty="0"/>
              <a:t> using Retrieval-Augmented Generation (RAG)Supports Arabic </a:t>
            </a:r>
            <a:r>
              <a:rPr lang="en-US" dirty="0" err="1"/>
              <a:t>languageDelivered</a:t>
            </a:r>
            <a:r>
              <a:rPr lang="en-US" dirty="0"/>
              <a:t> via a </a:t>
            </a:r>
            <a:r>
              <a:rPr lang="en-US" dirty="0" err="1"/>
              <a:t>Streamlit</a:t>
            </a:r>
            <a:r>
              <a:rPr lang="en-US" dirty="0"/>
              <a:t> web interface</a:t>
            </a:r>
          </a:p>
        </p:txBody>
      </p:sp>
      <p:pic>
        <p:nvPicPr>
          <p:cNvPr id="17" name="Picture 16" descr="Pens and rulers">
            <a:extLst>
              <a:ext uri="{FF2B5EF4-FFF2-40B4-BE49-F238E27FC236}">
                <a16:creationId xmlns:a16="http://schemas.microsoft.com/office/drawing/2014/main" id="{EB0E00B5-AE72-66E8-F8F8-D82FE1DE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95" r="23971" b="-1"/>
          <a:stretch>
            <a:fillRect/>
          </a:stretch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C92C-E55B-B0BC-6E8F-EA71AB0C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ACD8-640A-71D1-6A11-3A416C41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129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3A02-6530-0D55-85A3-EE5F135B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12/17/2025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9E298-BC47-C6DA-FFE5-5A9BF5DF7010}"/>
              </a:ext>
            </a:extLst>
          </p:cNvPr>
          <p:cNvSpPr txBox="1"/>
          <p:nvPr/>
        </p:nvSpPr>
        <p:spPr>
          <a:xfrm>
            <a:off x="969819" y="2493818"/>
            <a:ext cx="5126181" cy="3685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proposed solution </a:t>
            </a:r>
          </a:p>
        </p:txBody>
      </p:sp>
      <p:pic>
        <p:nvPicPr>
          <p:cNvPr id="10" name="Graphic 9" descr="Lightbulb">
            <a:extLst>
              <a:ext uri="{FF2B5EF4-FFF2-40B4-BE49-F238E27FC236}">
                <a16:creationId xmlns:a16="http://schemas.microsoft.com/office/drawing/2014/main" id="{552CFF87-814F-53C9-B5BC-60CFC91D5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3548" y="2607522"/>
            <a:ext cx="3397361" cy="339736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88D39-3AC9-486E-52F0-146BCF5C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7EF34-453C-2297-CEF1-22D873F5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A1805-2123-DAB8-AEB3-6F2D8F249263}"/>
              </a:ext>
            </a:extLst>
          </p:cNvPr>
          <p:cNvSpPr txBox="1"/>
          <p:nvPr/>
        </p:nvSpPr>
        <p:spPr>
          <a:xfrm>
            <a:off x="340627" y="2569464"/>
            <a:ext cx="4847193" cy="355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120000"/>
              </a:lnSpc>
              <a:spcBef>
                <a:spcPts val="10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135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60E16-CE07-E790-7A7A-5D357B76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3034"/>
            <a:ext cx="4256263" cy="1799665"/>
          </a:xfrm>
        </p:spPr>
        <p:txBody>
          <a:bodyPr anchor="t">
            <a:normAutofit/>
          </a:bodyPr>
          <a:lstStyle/>
          <a:p>
            <a:r>
              <a:rPr lang="en-US" dirty="0"/>
              <a:t>Data preparation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E29FA-F0AF-0216-D6F8-0A260953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12/17/2025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0D28A-2543-47A6-4804-707A91056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6" y="974347"/>
            <a:ext cx="4256263" cy="3330955"/>
          </a:xfrm>
        </p:spPr>
        <p:txBody>
          <a:bodyPr anchor="b">
            <a:normAutofit/>
          </a:bodyPr>
          <a:lstStyle/>
          <a:p>
            <a:r>
              <a:rPr lang="en-US" dirty="0"/>
              <a:t>Pdf from Ministry of Tourism</a:t>
            </a:r>
            <a:endParaRPr lang="ar-EG" dirty="0"/>
          </a:p>
          <a:p>
            <a:r>
              <a:rPr lang="en-US" dirty="0"/>
              <a:t>Chunking </a:t>
            </a:r>
          </a:p>
          <a:p>
            <a:r>
              <a:rPr lang="en-US" dirty="0"/>
              <a:t>JSON Format</a:t>
            </a:r>
          </a:p>
        </p:txBody>
      </p:sp>
      <p:pic>
        <p:nvPicPr>
          <p:cNvPr id="10" name="Graphic 9" descr="Pdf">
            <a:extLst>
              <a:ext uri="{FF2B5EF4-FFF2-40B4-BE49-F238E27FC236}">
                <a16:creationId xmlns:a16="http://schemas.microsoft.com/office/drawing/2014/main" id="{AC9F2926-C675-3346-94D7-C798793EF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212" y="838200"/>
            <a:ext cx="5196498" cy="519649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51371-3FCD-28BF-ECFA-616D9BAE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E0BF5-AE84-D96C-AB91-4ABBAF34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75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A2BC11C-25CD-BA01-B738-D4A5DD65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E78AD-8906-F8FF-91E8-91C67EFE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625880" cy="1805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Embedding model and processing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E8525-53C4-8062-0C6D-EE8BE8AD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12/17/2025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C9D55-ED83-A8B2-8544-0783C7AE4310}"/>
              </a:ext>
            </a:extLst>
          </p:cNvPr>
          <p:cNvSpPr txBox="1"/>
          <p:nvPr/>
        </p:nvSpPr>
        <p:spPr>
          <a:xfrm>
            <a:off x="308389" y="1309624"/>
            <a:ext cx="5487896" cy="355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Embedding model(gemini-embedding-001)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Vector database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SQL-lite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EDC370B-A1E5-1BCE-360E-25CD04D0F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7140" y="0"/>
            <a:ext cx="5054860" cy="6858000"/>
          </a:xfrm>
          <a:custGeom>
            <a:avLst/>
            <a:gdLst>
              <a:gd name="connsiteX0" fmla="*/ 677913 w 5054860"/>
              <a:gd name="connsiteY0" fmla="*/ 0 h 6858000"/>
              <a:gd name="connsiteX1" fmla="*/ 5054860 w 5054860"/>
              <a:gd name="connsiteY1" fmla="*/ 0 h 6858000"/>
              <a:gd name="connsiteX2" fmla="*/ 5054860 w 5054860"/>
              <a:gd name="connsiteY2" fmla="*/ 6858000 h 6858000"/>
              <a:gd name="connsiteX3" fmla="*/ 677913 w 5054860"/>
              <a:gd name="connsiteY3" fmla="*/ 6858000 h 6858000"/>
              <a:gd name="connsiteX4" fmla="*/ 0 w 5054860"/>
              <a:gd name="connsiteY4" fmla="*/ 6180087 h 6858000"/>
              <a:gd name="connsiteX5" fmla="*/ 0 w 5054860"/>
              <a:gd name="connsiteY5" fmla="*/ 677913 h 6858000"/>
              <a:gd name="connsiteX6" fmla="*/ 677913 w 505486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4860" h="6858000">
                <a:moveTo>
                  <a:pt x="677913" y="0"/>
                </a:moveTo>
                <a:lnTo>
                  <a:pt x="5054860" y="0"/>
                </a:lnTo>
                <a:lnTo>
                  <a:pt x="505486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BF1C7555-D1DC-CD71-C6C7-FC108EB73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8580" y="1685536"/>
            <a:ext cx="3485372" cy="348537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16EF-2F66-B74B-419B-0CD1ADF1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51FF-3C7C-009C-A036-B289D915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79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A2BC11C-25CD-BA01-B738-D4A5DD65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537C4-E452-6A41-ED8C-4D21C315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625880" cy="1805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02C21-35F1-F1F2-FEFE-060974D6C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12/17/2025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21A38-A3EC-A806-E765-A1A93ECE537E}"/>
              </a:ext>
            </a:extLst>
          </p:cNvPr>
          <p:cNvSpPr txBox="1"/>
          <p:nvPr/>
        </p:nvSpPr>
        <p:spPr>
          <a:xfrm>
            <a:off x="340137" y="1340104"/>
            <a:ext cx="5487896" cy="355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57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Multi agent AI system</a:t>
            </a:r>
          </a:p>
          <a:p>
            <a:pPr marL="57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0.7 RAG (gemini-2.5-flash-lite)</a:t>
            </a:r>
          </a:p>
          <a:p>
            <a:pPr marL="57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0.3 TF-IDF agent (BM25)</a:t>
            </a:r>
          </a:p>
          <a:p>
            <a:pPr marL="57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Online Search engine(TAVILY)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EDC370B-A1E5-1BCE-360E-25CD04D0F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7140" y="0"/>
            <a:ext cx="5054860" cy="6858000"/>
          </a:xfrm>
          <a:custGeom>
            <a:avLst/>
            <a:gdLst>
              <a:gd name="connsiteX0" fmla="*/ 677913 w 5054860"/>
              <a:gd name="connsiteY0" fmla="*/ 0 h 6858000"/>
              <a:gd name="connsiteX1" fmla="*/ 5054860 w 5054860"/>
              <a:gd name="connsiteY1" fmla="*/ 0 h 6858000"/>
              <a:gd name="connsiteX2" fmla="*/ 5054860 w 5054860"/>
              <a:gd name="connsiteY2" fmla="*/ 6858000 h 6858000"/>
              <a:gd name="connsiteX3" fmla="*/ 677913 w 5054860"/>
              <a:gd name="connsiteY3" fmla="*/ 6858000 h 6858000"/>
              <a:gd name="connsiteX4" fmla="*/ 0 w 5054860"/>
              <a:gd name="connsiteY4" fmla="*/ 6180087 h 6858000"/>
              <a:gd name="connsiteX5" fmla="*/ 0 w 5054860"/>
              <a:gd name="connsiteY5" fmla="*/ 677913 h 6858000"/>
              <a:gd name="connsiteX6" fmla="*/ 677913 w 505486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4860" h="6858000">
                <a:moveTo>
                  <a:pt x="677913" y="0"/>
                </a:moveTo>
                <a:lnTo>
                  <a:pt x="5054860" y="0"/>
                </a:lnTo>
                <a:lnTo>
                  <a:pt x="505486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Computer">
            <a:extLst>
              <a:ext uri="{FF2B5EF4-FFF2-40B4-BE49-F238E27FC236}">
                <a16:creationId xmlns:a16="http://schemas.microsoft.com/office/drawing/2014/main" id="{E3157456-22B2-EB15-627C-79D5D619D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8580" y="1685536"/>
            <a:ext cx="3485372" cy="348537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48DB1-5DED-EB34-DA46-A778AA5F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CB4E-6C9A-AB75-CD1D-70B4FD60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1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905FB9D-6ED8-2118-A8CC-0A3F65765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Yellow question mark">
            <a:extLst>
              <a:ext uri="{FF2B5EF4-FFF2-40B4-BE49-F238E27FC236}">
                <a16:creationId xmlns:a16="http://schemas.microsoft.com/office/drawing/2014/main" id="{47CB6C26-0FB3-80C6-907E-C5457A82A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-1"/>
            <a:ext cx="12191981" cy="685800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86003-468A-23AA-0BF4-10ABE1EC6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76700" cy="6858000"/>
          </a:xfrm>
          <a:custGeom>
            <a:avLst/>
            <a:gdLst>
              <a:gd name="connsiteX0" fmla="*/ 0 w 4076700"/>
              <a:gd name="connsiteY0" fmla="*/ 0 h 6858000"/>
              <a:gd name="connsiteX1" fmla="*/ 3398787 w 4076700"/>
              <a:gd name="connsiteY1" fmla="*/ 0 h 6858000"/>
              <a:gd name="connsiteX2" fmla="*/ 4076700 w 4076700"/>
              <a:gd name="connsiteY2" fmla="*/ 677913 h 6858000"/>
              <a:gd name="connsiteX3" fmla="*/ 4076700 w 4076700"/>
              <a:gd name="connsiteY3" fmla="*/ 6180087 h 6858000"/>
              <a:gd name="connsiteX4" fmla="*/ 3398787 w 4076700"/>
              <a:gd name="connsiteY4" fmla="*/ 6858000 h 6858000"/>
              <a:gd name="connsiteX5" fmla="*/ 0 w 40767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700" h="6858000">
                <a:moveTo>
                  <a:pt x="0" y="0"/>
                </a:moveTo>
                <a:lnTo>
                  <a:pt x="3398787" y="0"/>
                </a:lnTo>
                <a:cubicBezTo>
                  <a:pt x="3773188" y="0"/>
                  <a:pt x="4076700" y="303512"/>
                  <a:pt x="4076700" y="677913"/>
                </a:cubicBezTo>
                <a:lnTo>
                  <a:pt x="4076700" y="6180087"/>
                </a:lnTo>
                <a:cubicBezTo>
                  <a:pt x="4076700" y="6554488"/>
                  <a:pt x="3773188" y="6858000"/>
                  <a:pt x="3398787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5183E-A2EE-7A20-0278-034A8040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19" y="1237129"/>
            <a:ext cx="3406998" cy="30681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Query processing and RAG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1393D-8C6D-102A-D70D-1FDBC9B59E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3AF37-8F4A-2CDF-EB90-BFEEE641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7E5C-6181-2B31-25FD-91D3C464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01DA4-18C5-37AC-8A51-265682A433B2}"/>
              </a:ext>
            </a:extLst>
          </p:cNvPr>
          <p:cNvSpPr txBox="1"/>
          <p:nvPr/>
        </p:nvSpPr>
        <p:spPr>
          <a:xfrm>
            <a:off x="245151" y="3406213"/>
            <a:ext cx="6174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Augmented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20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46739B7-CDA7-1140-87BB-21243FC57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A8501BE-0937-251C-C119-2E2292A8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4" r="14711" b="1"/>
          <a:stretch>
            <a:fillRect/>
          </a:stretch>
        </p:blipFill>
        <p:spPr>
          <a:xfrm>
            <a:off x="1" y="-8227"/>
            <a:ext cx="12191999" cy="6874452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78D102-89E6-1D04-B77B-FB85BB44E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2811" y="-8227"/>
            <a:ext cx="4909189" cy="6874453"/>
          </a:xfrm>
          <a:custGeom>
            <a:avLst/>
            <a:gdLst>
              <a:gd name="connsiteX0" fmla="*/ 679539 w 4909189"/>
              <a:gd name="connsiteY0" fmla="*/ 0 h 6874453"/>
              <a:gd name="connsiteX1" fmla="*/ 4909189 w 4909189"/>
              <a:gd name="connsiteY1" fmla="*/ 0 h 6874453"/>
              <a:gd name="connsiteX2" fmla="*/ 4909189 w 4909189"/>
              <a:gd name="connsiteY2" fmla="*/ 6874453 h 6874453"/>
              <a:gd name="connsiteX3" fmla="*/ 679539 w 4909189"/>
              <a:gd name="connsiteY3" fmla="*/ 6874453 h 6874453"/>
              <a:gd name="connsiteX4" fmla="*/ 0 w 4909189"/>
              <a:gd name="connsiteY4" fmla="*/ 6194913 h 6874453"/>
              <a:gd name="connsiteX5" fmla="*/ 0 w 4909189"/>
              <a:gd name="connsiteY5" fmla="*/ 679540 h 6874453"/>
              <a:gd name="connsiteX6" fmla="*/ 679539 w 490918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9189" h="6874453">
                <a:moveTo>
                  <a:pt x="679539" y="0"/>
                </a:moveTo>
                <a:lnTo>
                  <a:pt x="4909189" y="0"/>
                </a:lnTo>
                <a:lnTo>
                  <a:pt x="490918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F7B2F-29E2-9E52-A64D-7F50342E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215" y="583686"/>
            <a:ext cx="4115510" cy="1829832"/>
          </a:xfrm>
        </p:spPr>
        <p:txBody>
          <a:bodyPr anchor="t">
            <a:normAutofit/>
          </a:bodyPr>
          <a:lstStyle/>
          <a:p>
            <a:r>
              <a:rPr lang="en-US" sz="4000" dirty="0" err="1"/>
              <a:t>Streamlit</a:t>
            </a:r>
            <a:r>
              <a:rPr lang="en-US" sz="4000" dirty="0"/>
              <a:t> User interface and API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5EB71-B2EC-99C3-38E1-24BC68F2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12/17/2025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12AD6-7A24-B981-92F7-3EDDA7D1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AD7EE-B38A-FC1E-A7BD-D8741FCD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2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904DB4-22D2-4F22-B1B8-ADDDBB7F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C5463-4C1F-6EA2-5253-B3A2FE16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4076698" cy="6858000"/>
          </a:xfrm>
          <a:custGeom>
            <a:avLst/>
            <a:gdLst>
              <a:gd name="connsiteX0" fmla="*/ 4076698 w 4076698"/>
              <a:gd name="connsiteY0" fmla="*/ 6858000 h 6858000"/>
              <a:gd name="connsiteX1" fmla="*/ 677913 w 4076698"/>
              <a:gd name="connsiteY1" fmla="*/ 6858000 h 6858000"/>
              <a:gd name="connsiteX2" fmla="*/ 0 w 4076698"/>
              <a:gd name="connsiteY2" fmla="*/ 6180087 h 6858000"/>
              <a:gd name="connsiteX3" fmla="*/ 0 w 4076698"/>
              <a:gd name="connsiteY3" fmla="*/ 677913 h 6858000"/>
              <a:gd name="connsiteX4" fmla="*/ 677913 w 4076698"/>
              <a:gd name="connsiteY4" fmla="*/ 0 h 6858000"/>
              <a:gd name="connsiteX5" fmla="*/ 4076698 w 407669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698" h="6858000">
                <a:moveTo>
                  <a:pt x="4076698" y="6858000"/>
                </a:move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lnTo>
                  <a:pt x="407669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89DE3-F522-980E-7DE1-80072354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57" y="753762"/>
            <a:ext cx="3229942" cy="543660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Advantage of the project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BDFF3-2C75-4987-01B7-9C21AFAC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12/17/2025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28F5-AB36-658A-CCCC-7DA8FBC0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EAD3-52D3-1CB0-B838-1FA21CDB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F9A2732-38BD-8BE1-89A2-5AFB51AA2E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500840"/>
              </p:ext>
            </p:extLst>
          </p:nvPr>
        </p:nvGraphicFramePr>
        <p:xfrm>
          <a:off x="5015619" y="838201"/>
          <a:ext cx="6388331" cy="5191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971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ACB578-9F18-1F13-E0A5-6901B2797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E75B5-7F34-F72D-705E-D9DEC9CD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47" y="4968689"/>
            <a:ext cx="11206313" cy="950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Future 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172F5-B42D-7164-16A6-B51DB9E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12/17/2025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Graphic 9" descr="Head with Gears">
            <a:extLst>
              <a:ext uri="{FF2B5EF4-FFF2-40B4-BE49-F238E27FC236}">
                <a16:creationId xmlns:a16="http://schemas.microsoft.com/office/drawing/2014/main" id="{8FDF6A5A-D216-078F-7A13-C7E73995C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569" y="838199"/>
            <a:ext cx="3624859" cy="362485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9A31F-9D86-3DD4-BD87-5D6419CA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27D32-C9FA-A6F3-A024-022A5322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14616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193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DylanVTI</vt:lpstr>
      <vt:lpstr>Travel assistant Chatbot</vt:lpstr>
      <vt:lpstr>Project overview </vt:lpstr>
      <vt:lpstr>PowerPoint Presentation</vt:lpstr>
      <vt:lpstr>Data preparation </vt:lpstr>
      <vt:lpstr>Embedding model and processing </vt:lpstr>
      <vt:lpstr>System architecture </vt:lpstr>
      <vt:lpstr>Query processing and RAG</vt:lpstr>
      <vt:lpstr>Streamlit User interface and API</vt:lpstr>
      <vt:lpstr>Advantage of the project </vt:lpstr>
      <vt:lpstr>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Youssif Amr Shaaban</dc:creator>
  <cp:lastModifiedBy>Youssif Amr Shaaban</cp:lastModifiedBy>
  <cp:revision>1</cp:revision>
  <dcterms:created xsi:type="dcterms:W3CDTF">2025-12-17T18:02:49Z</dcterms:created>
  <dcterms:modified xsi:type="dcterms:W3CDTF">2025-12-17T19:20:46Z</dcterms:modified>
</cp:coreProperties>
</file>